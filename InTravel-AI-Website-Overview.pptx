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InTravel AI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B74DE"/>
                </a:solidFill>
                <a:latin typeface="Calibri"/>
              </a:rPr>
              <a:t>Product Overview and Booking Experience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Vision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2F384D"/>
                </a:solidFill>
                <a:latin typeface="Calibri"/>
              </a:rPr>
              <a:t>Travel planning is fragmented across discovery, booking, and itinerary tools.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InTravel AI unifies planning, hotel booking, transport booking, and post-booking actions.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Goal: faster decisions, fewer drop-offs, and a trustworthy end-to-end booking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Core Website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Frontend Experience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Home, Explore, Planner, Dashboard, Budget, Packing, Transport, Bookings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Booking-first UX with hotel and transport flows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Ticket actions: print, PDF, email, and calendar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6126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Backend Services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Express API with booking, transport, and hotel recommendation routes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DB-first with graceful local-memory fallback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Payment status updates and ticket communication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Hotel Booking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2F384D"/>
                </a:solidFill>
                <a:latin typeface="Calibri"/>
              </a:rPr>
              <a:t>Best hotel recommendations by city with ranking by rating and value.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Case-insensitive and partial city matching for robust search.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Live pricing with nights x rooms and suggested totals.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Strong validations: date sanity, contact quality, and payable amount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Transport Booking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2F384D"/>
                </a:solidFill>
                <a:latin typeface="Calibri"/>
              </a:rPr>
              <a:t>RedBus-style service selection, filters, and realistic seat layout.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Boarding and dropping selection with passenger and contact capture.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Fallback transport options when live feeds are unavailable.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Consistent checkout and ticketing experience with hotel flow parity.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Checkout and Payments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2F384D"/>
                </a:solidFill>
                <a:latin typeface="Calibri"/>
              </a:rPr>
              <a:t>Fare breakup: base amount, taxes, service fee, discount, final payable.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Coupon validation via API with type-aware offer rules.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Payment lifecycle: pending, success, failed, and retry support.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Payment state reflected in ticket summary and booking history badges.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Post-Booking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2F384D"/>
                </a:solidFill>
                <a:latin typeface="Calibri"/>
              </a:rPr>
              <a:t>Cancellation flow with refund estimation before confirmation.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Ticket actions: PDF, print, QR rendering, and calendar export.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Email ticket endpoint with SMTP and safe fallback mode.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Quick booking modify endpoint for post-booking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Frontend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React + Vite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Axios for API interactions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Modular CSS and responsive design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Lucide icons for visual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6126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Backend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Node.js + Express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MySQL integration with fallback resilience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REST APIs for hotels, transport, bookings, offers</a:t>
            </a:r>
          </a:p>
          <a:p>
            <a:pPr lvl="1"/>
            <a:r>
              <a:rPr sz="2000">
                <a:solidFill>
                  <a:srgbClr val="2F384D"/>
                </a:solidFill>
                <a:latin typeface="Calibri"/>
              </a:rPr>
              <a:t>Nodemailer for ticket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Recommended Next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201168" cy="201168"/>
          </a:xfrm>
          <a:prstGeom prst="rect">
            <a:avLst/>
          </a:prstGeom>
          <a:solidFill>
            <a:srgbClr val="0B74DE"/>
          </a:solidFill>
          <a:ln>
            <a:solidFill>
              <a:srgbClr val="0B7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Phase 1: Integrate real payment gateway and webhook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201168" cy="201168"/>
          </a:xfrm>
          <a:prstGeom prst="rect">
            <a:avLst/>
          </a:prstGeom>
          <a:solidFill>
            <a:srgbClr val="0B74DE"/>
          </a:solidFill>
          <a:ln>
            <a:solidFill>
              <a:srgbClr val="0B7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Phase 2: Add full modify-booking modal with repricing and differential payment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201168" cy="201168"/>
          </a:xfrm>
          <a:prstGeom prst="rect">
            <a:avLst/>
          </a:prstGeom>
          <a:solidFill>
            <a:srgbClr val="0B74DE"/>
          </a:solidFill>
          <a:ln>
            <a:solidFill>
              <a:srgbClr val="0B7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Phase 3: Improve recommendation personalization using traveler intent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201168" cy="201168"/>
          </a:xfrm>
          <a:prstGeom prst="rect">
            <a:avLst/>
          </a:prstGeom>
          <a:solidFill>
            <a:srgbClr val="0B74DE"/>
          </a:solidFill>
          <a:ln>
            <a:solidFill>
              <a:srgbClr val="0B7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77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Phase 4: Automate test coverage for booking and cancellation 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83480"/>
            <a:ext cx="201168" cy="201168"/>
          </a:xfrm>
          <a:prstGeom prst="rect">
            <a:avLst/>
          </a:prstGeom>
          <a:solidFill>
            <a:srgbClr val="0B74DE"/>
          </a:solidFill>
          <a:ln>
            <a:solidFill>
              <a:srgbClr val="0B7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384D"/>
                </a:solidFill>
                <a:latin typeface="Calibri"/>
              </a:rPr>
              <a:t>Phase 5: Add analytics dashboard for conversion and refund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E2A47"/>
                </a:solidFill>
                <a:latin typeface="Calibri"/>
              </a:rP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2F384D"/>
                </a:solidFill>
                <a:latin typeface="Calibri"/>
              </a:rPr>
              <a:t>Higher booking conversion through reduced friction and transparent pricing.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Stronger trust via refund clarity, clear ticketing, and reliable backups.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Improved retention with complete planning-to-booking lifecycle in one place.</a:t>
            </a:r>
          </a:p>
          <a:p>
            <a:pPr/>
            <a:r>
              <a:rPr sz="2000">
                <a:solidFill>
                  <a:srgbClr val="2F384D"/>
                </a:solidFill>
                <a:latin typeface="Calibri"/>
              </a:rPr>
              <a:t>Foundation ready for scale with modular APIs and resilient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